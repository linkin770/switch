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C0603-D270-4C27-B61D-386EE30B0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EB933-9774-4C97-8495-83F55AB43C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810" y="0"/>
            <a:ext cx="5638800" cy="5638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39587" cy="5639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742055" y="181610"/>
            <a:ext cx="5638800" cy="5638800"/>
            <a:chOff x="5893" y="286"/>
            <a:chExt cx="8880" cy="888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3" y="286"/>
              <a:ext cx="8881" cy="8881"/>
            </a:xfrm>
            <a:prstGeom prst="rect">
              <a:avLst/>
            </a:prstGeom>
          </p:spPr>
        </p:pic>
        <p:pic>
          <p:nvPicPr>
            <p:cNvPr id="2" name="图片 1" descr="result"/>
            <p:cNvPicPr>
              <a:picLocks noChangeAspect="1"/>
            </p:cNvPicPr>
            <p:nvPr/>
          </p:nvPicPr>
          <p:blipFill>
            <a:blip r:embed="rId2"/>
            <a:srcRect l="15801" r="13145"/>
            <a:stretch>
              <a:fillRect/>
            </a:stretch>
          </p:blipFill>
          <p:spPr>
            <a:xfrm>
              <a:off x="5893" y="1161"/>
              <a:ext cx="8881" cy="7031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6284" y="8332"/>
              <a:ext cx="810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chemeClr val="bg1"/>
                  </a:solidFill>
                  <a:latin typeface="Arial Rounded MT Bold" panose="020F0704030504030204" charset="0"/>
                  <a:ea typeface="+mn-lt"/>
                  <a:cs typeface="Arial Rounded MT Bold" panose="020F0704030504030204" charset="0"/>
                </a:rPr>
                <a:t>智慧家庭工程师</a:t>
              </a:r>
              <a:r>
                <a:rPr lang="en-US" altLang="zh-CN" sz="2400" b="1">
                  <a:solidFill>
                    <a:schemeClr val="bg1"/>
                  </a:solidFill>
                  <a:latin typeface="Arial Rounded MT Bold" panose="020F0704030504030204" charset="0"/>
                  <a:ea typeface="+mn-lt"/>
                  <a:cs typeface="Arial Rounded MT Bold" panose="020F0704030504030204" charset="0"/>
                </a:rPr>
                <a:t>  XXX 12345678900</a:t>
              </a:r>
              <a:endParaRPr lang="en-US" altLang="zh-CN" sz="2400" b="1">
                <a:solidFill>
                  <a:schemeClr val="bg1"/>
                </a:solidFill>
                <a:latin typeface="Arial Rounded MT Bold" panose="020F0704030504030204" charset="0"/>
                <a:ea typeface="+mn-lt"/>
                <a:cs typeface="Arial Rounded MT Bold" panose="020F070403050403020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3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幼圆</vt:lpstr>
      <vt:lpstr>隶书</vt:lpstr>
      <vt:lpstr>Kozuka Gothic Pr6N L</vt:lpstr>
      <vt:lpstr>Kozuka Gothic Pro L</vt:lpstr>
      <vt:lpstr>Kozuka Gothic Pr6N B</vt:lpstr>
      <vt:lpstr>Adobe Gothic Std B</vt:lpstr>
      <vt:lpstr>Kozuka Mincho Pr6N EL</vt:lpstr>
      <vt:lpstr>Adobe Naskh Medium</vt:lpstr>
      <vt:lpstr>Bahnschrift</vt:lpstr>
      <vt:lpstr>Bahnschrift SemiCondensed</vt:lpstr>
      <vt:lpstr>Calibri Light</vt:lpstr>
      <vt:lpstr>Californian FB</vt:lpstr>
      <vt:lpstr>Calisto MT</vt:lpstr>
      <vt:lpstr>Cambria</vt:lpstr>
      <vt:lpstr>Candara</vt:lpstr>
      <vt:lpstr>Cascadia Code</vt:lpstr>
      <vt:lpstr>Candara Light</vt:lpstr>
      <vt:lpstr>Century</vt:lpstr>
      <vt:lpstr>Centaur</vt:lpstr>
      <vt:lpstr>Constantia</vt:lpstr>
      <vt:lpstr>Copperplate Gothic Light</vt:lpstr>
      <vt:lpstr>Elephant</vt:lpstr>
      <vt:lpstr>Eras Bold ITC</vt:lpstr>
      <vt:lpstr>Eras Demi ITC</vt:lpstr>
      <vt:lpstr>Dubai</vt:lpstr>
      <vt:lpstr>Franklin Gothic Demi</vt:lpstr>
      <vt:lpstr>Forte</vt:lpstr>
      <vt:lpstr>Garamond</vt:lpstr>
      <vt:lpstr>Gadugi</vt:lpstr>
      <vt:lpstr>Corbel Light</vt:lpstr>
      <vt:lpstr>Corbel</vt:lpstr>
      <vt:lpstr>华文行楷</vt:lpstr>
      <vt:lpstr>华文新魏</vt:lpstr>
      <vt:lpstr>华文隶书</vt:lpstr>
      <vt:lpstr>楷体</vt:lpstr>
      <vt:lpstr>Adobe 楷体 Std R</vt:lpstr>
      <vt:lpstr>Adobe 仿宋 Std R</vt:lpstr>
      <vt:lpstr>Adobe 繁黑體 Std B</vt:lpstr>
      <vt:lpstr>Kozuka Gothic Pr6N EL</vt:lpstr>
      <vt:lpstr>Kozuka Gothic Pro H</vt:lpstr>
      <vt:lpstr>Kozuka Gothic Pro M</vt:lpstr>
      <vt:lpstr>Kozuka Mincho Pro M</vt:lpstr>
      <vt:lpstr>MiSans</vt:lpstr>
      <vt:lpstr>MS Gothic</vt:lpstr>
      <vt:lpstr>Microsoft YaHei UI</vt:lpstr>
      <vt:lpstr>MS Mincho</vt:lpstr>
      <vt:lpstr>Yu Gothic UI</vt:lpstr>
      <vt:lpstr>Adobe Arabic</vt:lpstr>
      <vt:lpstr>Adobe Garamond Pro</vt:lpstr>
      <vt:lpstr>Arial Black</vt:lpstr>
      <vt:lpstr>Arial Narrow</vt:lpstr>
      <vt:lpstr>Arial Rounded MT Bold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Umbrella Corporation</dc:creator>
  <cp:lastModifiedBy>李昭贤</cp:lastModifiedBy>
  <cp:revision>5</cp:revision>
  <dcterms:created xsi:type="dcterms:W3CDTF">2025-08-27T06:58:00Z</dcterms:created>
  <dcterms:modified xsi:type="dcterms:W3CDTF">2025-08-27T08:36:36Z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6735B87375B04570AFCD6F6A48949D40_12</vt:lpwstr>
  </property>
  <property fmtid="{D5CDD505-2E9C-101B-9397-08002B2CF9AE}" pid="3" name="KSOProductBuildVer">
    <vt:lpwstr>2052-12.1.0.22529</vt:lpwstr>
  </property>
</Properties>
</file>